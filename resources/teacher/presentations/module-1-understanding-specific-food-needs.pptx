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d4f2a013ac4f6e" /><Relationship Type="http://schemas.openxmlformats.org/officeDocument/2006/relationships/extended-properties" Target="/docProps/app.xml" Id="R6d83595a9c6e4324" /><Relationship Type="http://schemas.openxmlformats.org/officeDocument/2006/relationships/officeDocument" Target="/ppt/presentation.xml" Id="R632e8503b5dc43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b497987cb4a99"/>
  </p:sldMasterIdLst>
  <p:notesMasterIdLst>
    <p:notesMasterId xmlns:r="http://schemas.openxmlformats.org/officeDocument/2006/relationships" r:id="Rc47d2bf46b5d4ae5"/>
  </p:notesMasterIdLst>
  <p:sldIdLst>
    <p:sldId xmlns:r="http://schemas.openxmlformats.org/officeDocument/2006/relationships" id="256" r:id="R0ede67df3fc7419f"/>
    <p:sldId xmlns:r="http://schemas.openxmlformats.org/officeDocument/2006/relationships" id="257" r:id="R3ac114b204f84737"/>
    <p:sldId xmlns:r="http://schemas.openxmlformats.org/officeDocument/2006/relationships" id="258" r:id="R53552ddf4c0e496e"/>
    <p:sldId xmlns:r="http://schemas.openxmlformats.org/officeDocument/2006/relationships" id="259" r:id="R077ca65413e3458b"/>
    <p:sldId xmlns:r="http://schemas.openxmlformats.org/officeDocument/2006/relationships" id="260" r:id="R194626f500ee4e86"/>
    <p:sldId xmlns:r="http://schemas.openxmlformats.org/officeDocument/2006/relationships" id="261" r:id="R87dba879e7fa4cd6"/>
    <p:sldId xmlns:r="http://schemas.openxmlformats.org/officeDocument/2006/relationships" id="262" r:id="R433afde89ebd41f3"/>
    <p:sldId xmlns:r="http://schemas.openxmlformats.org/officeDocument/2006/relationships" id="263" r:id="R6026c58b776b45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35fd7f128441e" /><Relationship Type="http://schemas.openxmlformats.org/officeDocument/2006/relationships/slideMaster" Target="/ppt/slideMasters/slideMaster1.xml" Id="Rb00b497987cb4a99" /><Relationship Type="http://schemas.openxmlformats.org/officeDocument/2006/relationships/notesMaster" Target="/ppt/notesMasters/notesMaster1.xml" Id="Rc47d2bf46b5d4ae5" /><Relationship Type="http://schemas.openxmlformats.org/officeDocument/2006/relationships/presProps" Target="/ppt/presProps.xml" Id="Rd98240b706744cdc" /><Relationship Type="http://schemas.openxmlformats.org/officeDocument/2006/relationships/tableStyles" Target="/ppt/tableStyles.xml" Id="R70c598ffa62c4563" /><Relationship Type="http://schemas.openxmlformats.org/officeDocument/2006/relationships/slide" Target="/ppt/slides/slide1.xml" Id="R0ede67df3fc7419f" /><Relationship Type="http://schemas.openxmlformats.org/officeDocument/2006/relationships/slide" Target="/ppt/slides/slide2.xml" Id="R3ac114b204f84737" /><Relationship Type="http://schemas.openxmlformats.org/officeDocument/2006/relationships/slide" Target="/ppt/slides/slide3.xml" Id="R53552ddf4c0e496e" /><Relationship Type="http://schemas.openxmlformats.org/officeDocument/2006/relationships/slide" Target="/ppt/slides/slide4.xml" Id="R077ca65413e3458b" /><Relationship Type="http://schemas.openxmlformats.org/officeDocument/2006/relationships/slide" Target="/ppt/slides/slide5.xml" Id="R194626f500ee4e86" /><Relationship Type="http://schemas.openxmlformats.org/officeDocument/2006/relationships/slide" Target="/ppt/slides/slide6.xml" Id="R87dba879e7fa4cd6" /><Relationship Type="http://schemas.openxmlformats.org/officeDocument/2006/relationships/slide" Target="/ppt/slides/slide7.xml" Id="R433afde89ebd41f3" /><Relationship Type="http://schemas.openxmlformats.org/officeDocument/2006/relationships/slide" Target="/ppt/slides/slide8.xml" Id="R6026c58b776b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c46e9e948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5ceda9d60c41c2" /><Relationship Type="http://schemas.openxmlformats.org/officeDocument/2006/relationships/notesMaster" Target="/ppt/notesMasters/notesMaster1.xml" Id="R0a662104752142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d2953fd4b4863" /><Relationship Type="http://schemas.openxmlformats.org/officeDocument/2006/relationships/notesMaster" Target="/ppt/notesMasters/notesMaster1.xml" Id="Rc9b2415e84694e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f9ee0b4244b20" /><Relationship Type="http://schemas.openxmlformats.org/officeDocument/2006/relationships/notesMaster" Target="/ppt/notesMasters/notesMaster1.xml" Id="Rc41113859fff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d798721713400f" /><Relationship Type="http://schemas.openxmlformats.org/officeDocument/2006/relationships/notesMaster" Target="/ppt/notesMasters/notesMaster1.xml" Id="Rbf125a82e2d24e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28a2b24c0e4759" /><Relationship Type="http://schemas.openxmlformats.org/officeDocument/2006/relationships/notesMaster" Target="/ppt/notesMasters/notesMaster1.xml" Id="Rebd68d4b4bc7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102cd637184290" /><Relationship Type="http://schemas.openxmlformats.org/officeDocument/2006/relationships/notesMaster" Target="/ppt/notesMasters/notesMaster1.xml" Id="Rb31db98cf789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3459fa82546b3" /><Relationship Type="http://schemas.openxmlformats.org/officeDocument/2006/relationships/notesMaster" Target="/ppt/notesMasters/notesMaster1.xml" Id="Ree98e934d7e843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5bd501603b465f" /><Relationship Type="http://schemas.openxmlformats.org/officeDocument/2006/relationships/notesMaster" Target="/ppt/notesMasters/notesMaster1.xml" Id="R129ceba5cf83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ec155377840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54ee1d27964e4a" /><Relationship Type="http://schemas.openxmlformats.org/officeDocument/2006/relationships/slideLayout" Target="/ppt/slideLayouts/slideLayout1.xml" Id="Rf3e1fa4c05e443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1fa4c05e443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161f94b674d7b" /><Relationship Type="http://schemas.openxmlformats.org/officeDocument/2006/relationships/notesSlide" Target="/ppt/notesSlides/notesSlide1.xml" Id="Rd597016191aa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7d1cc511e4e3e" /><Relationship Type="http://schemas.openxmlformats.org/officeDocument/2006/relationships/notesSlide" Target="/ppt/notesSlides/notesSlide2.xml" Id="Rac8599e4746f4e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7efce98364104" /><Relationship Type="http://schemas.openxmlformats.org/officeDocument/2006/relationships/notesSlide" Target="/ppt/notesSlides/notesSlide3.xml" Id="R0bf220d5f9ef4d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043671b8448af" /><Relationship Type="http://schemas.openxmlformats.org/officeDocument/2006/relationships/notesSlide" Target="/ppt/notesSlides/notesSlide4.xml" Id="Re01e2193cebc43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0f97d9d194a0c" /><Relationship Type="http://schemas.openxmlformats.org/officeDocument/2006/relationships/notesSlide" Target="/ppt/notesSlides/notesSlide5.xml" Id="R0551fbc105ad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2028ff87462f" /><Relationship Type="http://schemas.openxmlformats.org/officeDocument/2006/relationships/notesSlide" Target="/ppt/notesSlides/notesSlide6.xml" Id="R332c60f1001842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eaefa501e4603" /><Relationship Type="http://schemas.openxmlformats.org/officeDocument/2006/relationships/notesSlide" Target="/ppt/notesSlides/notesSlide7.xml" Id="R90672139a5f3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40d8bc6154fcf" /><Relationship Type="http://schemas.openxmlformats.org/officeDocument/2006/relationships/notesSlide" Target="/ppt/notesSlides/notesSlide8.xml" Id="R281743317a984e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4CAAB-D7E6-480E-BBD3-081A96E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BA555-F3C1-42D2-A5DD-2E890BBA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00517-517D-479B-B792-3EC1247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945"/>
                </a:solidFill>
              </a:defRPr>
            </a:pPr>
            <a:r>
              <a:rPr sz="1350" b="1">
                <a:solidFill>
                  <a:srgbClr val="D4A945"/>
                </a:solidFill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138DA-ABA5-4426-8789-04FF2B1F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Understanding specific food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98D92-D1ED-4439-9B24-37134F4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Why can the same food choice be suitable for one person and unsuitable for another?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B652-AC5D-4FA4-8717-65464189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9"/>
                </a:solidFill>
              </a:defRPr>
            </a:pPr>
            <a:r>
              <a:rPr sz="1350" b="1">
                <a:solidFill>
                  <a:srgbClr val="E8F0E9"/>
                </a:solidFill>
              </a:rPr>
              <a:t>Food Technology · Year 9 Term 2</a:t>
            </a:r>
          </a:p>
        </p:txBody>
      </p:sp>
    </p:spTree>
    <p:extLst>
      <p:ext uri="{BB962C8B-B14F-4D97-AF65-F5344CB8AC3E}">
        <p14:creationId xmlns:p14="http://schemas.microsoft.com/office/powerpoint/2010/main" val="934351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050DC-7B37-48ED-ACB8-2C204BB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7E04C-F2A0-4CE4-8F5B-F3D7741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BE7AB-795C-4673-8715-69F1AB2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6CF21-0F8D-4C56-BE4B-84DE327A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The question that drives this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53B25-0433-4CAA-B635-9FF9100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5B8F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2D0B9-A5A2-40A2-823D-FD357DC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B4F"/>
                </a:solidFill>
              </a:defRPr>
            </a:pPr>
            <a:r>
              <a:rPr sz="2700" b="1">
                <a:solidFill>
                  <a:srgbClr val="2F6B4F"/>
                </a:solidFill>
              </a:rPr>
              <a:t>Why can the same food choice be suitable for one person and unsuitable for another?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5A276-D7CE-4E72-9EDC-EF74EFB5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4D5B"/>
                </a:solidFill>
              </a:defRPr>
            </a:pPr>
            <a:r>
              <a:rPr sz="2100" b="1">
                <a:solidFill>
                  <a:srgbClr val="924D5B"/>
                </a:solidFill>
              </a:rPr>
              <a:t>By the end, you should be able to…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E6CCF-C9A9-4D13-A867-C799DEE3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587F3-178F-49F1-A552-C5A069D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explain the evidence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7D68A-966D-44E0-8777-F49C7D5E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BD64D-2E21-46B7-84DB-C88DF1E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apply the idea to a food-design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AE955-3AB0-4053-ADA2-DE2B10FC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9A5A1-3A01-42E5-B0A6-922BD062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justify what must happen next</a:t>
            </a:r>
          </a:p>
        </p:txBody>
      </p:sp>
    </p:spTree>
    <p:extLst>
      <p:ext uri="{BB962C8B-B14F-4D97-AF65-F5344CB8AC3E}">
        <p14:creationId xmlns:p14="http://schemas.microsoft.com/office/powerpoint/2010/main" val="236766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CA258-9C7D-4E76-BBB4-DCD6B53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D050A-7565-416C-814D-E0B85CF0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6C321-A376-4274-8E09-69C9EDAA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CFBF3-F3B8-4D54-AAEE-F6CC7A42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Circumstances create different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D6293-BC8F-4B47-B9DF-AECB560B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Health, lifecycle, culture, belief, ethics and access can all change food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DBF9C-65AF-4315-BDC5-525F07E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9E6A9-42F1-4637-91E6-190FD9D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D29BC-21EB-4735-B205-26BBC9D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EF775-F527-4E0E-BC6D-A68C1117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5DFAC-785A-4D49-A5C2-5B6A4183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E56BB-3BFD-4DBB-8F2E-2022EA9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84C52-F5AF-4302-BF84-18688E75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A101B-6E7F-434D-891A-C5EC765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98CBE-D89F-4420-97AE-BE5F10A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ADF4D-1DEF-455D-85F8-4770A0F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7A3B8-2A4E-496C-85C3-D81227AE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Verify the person and requirement before selecting a recipe.</a:t>
            </a:r>
          </a:p>
        </p:txBody>
      </p:sp>
    </p:spTree>
    <p:extLst>
      <p:ext uri="{BB962C8B-B14F-4D97-AF65-F5344CB8AC3E}">
        <p14:creationId xmlns:p14="http://schemas.microsoft.com/office/powerpoint/2010/main" val="1894802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A2CD9-07C0-49A8-99A4-AD8DB62B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B87BD-6CEC-4190-A731-ED4A67EC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1.2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1613A-4290-4A91-8C6C-EA70D95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8CD79-9BE4-4A53-A947-E2C8677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Food choices have interacting causes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A27F0-19FF-443E-A096-BC04E2EF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Cost, time, taste, culture, skill, availability and information can support or restrict a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5CCDF-D1C8-4B53-B48F-7660E03F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9EC"/>
          </a:solidFill>
          <a:ln xmlns:a="http://schemas.openxmlformats.org/drawingml/2006/main" w="19050">
            <a:solidFill>
              <a:srgbClr val="924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2F7E2-E9B8-4201-9CFF-D9F84252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654D2-2BCB-4712-B2C5-74F8B59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511F8-4720-48C5-82C2-58B22AE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48138-A3C9-4871-A481-CB714612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F4487-7E4E-4D62-82B1-43E69EF6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0154B-9D6E-4A1F-B016-D700FA7C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B615D-D58E-4322-91A6-CF83FFF0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0C07C-2ED8-4476-A8B4-08029269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D7D1A-BFB0-4089-A48F-6C98157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217B4-8959-4538-841F-4F9BF59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Link each factor to its effect—do not blame the individual.</a:t>
            </a:r>
          </a:p>
        </p:txBody>
      </p:sp>
    </p:spTree>
    <p:extLst>
      <p:ext uri="{BB962C8B-B14F-4D97-AF65-F5344CB8AC3E}">
        <p14:creationId xmlns:p14="http://schemas.microsoft.com/office/powerpoint/2010/main" val="701214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A6C27-64F6-40E8-AE37-1F62FAD6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67354-D2E3-4AE6-9280-BCE5CA5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1.3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A8CA8-1423-4790-9DEC-9885563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6BB2F-988A-474E-A3B7-64DE97A1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A meal plan starts with a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AAD5C-D2CD-4EC3-8281-0AA9D9B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Name the person, need, occasion, time, budget, equipment and safety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4DFFF-F27B-46D6-970D-A5FC48A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D4A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BC47-A20D-4167-AED5-26E78F65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392CB-FCCE-48DD-BC80-5D5993C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D7435-4EA4-4FEB-8FE1-8BB89DCC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4C941-1456-4669-97D1-9EBB62C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D149C-E53D-4FE6-AA0F-0FB11372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2A1AB-5205-4090-A39F-6A65C93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FF653-D42F-4019-8DF3-CB000675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A1571-EA7F-4370-90B0-92072CE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2FE5D-A7AC-47CF-8577-44733571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53FBA-42E0-4ADA-A846-8DA0B33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 the whole proposal against the brief.</a:t>
            </a:r>
          </a:p>
        </p:txBody>
      </p:sp>
    </p:spTree>
    <p:extLst>
      <p:ext uri="{BB962C8B-B14F-4D97-AF65-F5344CB8AC3E}">
        <p14:creationId xmlns:p14="http://schemas.microsoft.com/office/powerpoint/2010/main" val="1374412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98594-27DB-4627-89D4-7B42F864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835B-F77B-4523-8BE8-E84C99A4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Worked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90E4-6BB2-452F-A19D-D230C5C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CB9F2-7ABA-4166-AF58-6B1A5EB4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A decision worth slowing 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61BEB-0F58-41F9-82C3-FC3A39C3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6ED83-C0C8-4725-B6F1-0FC2AB2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229"/>
                </a:solidFill>
              </a:defRPr>
            </a:pPr>
            <a:r>
              <a:rPr sz="2250" b="0">
                <a:solidFill>
                  <a:srgbClr val="243229"/>
                </a:solidFill>
              </a:rPr>
              <a:t>A student chooses a specialty product because the front label says ‘healthy’. The item is expensive, the ingredient list is unchecked and it does not fit the family meal routine.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83B35-0F25-4A8D-8F3C-E300A31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2C492-0423-48FA-952F-61C11EB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USE THIS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9233D-54BE-44B7-8E48-E779365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1  Verify the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656F8-BC1E-403E-9D79-643917D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76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2  Trace the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37838-0F81-475F-AF96-B28F330C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3  Test the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6117E-A38F-4EA3-97AB-D42FA98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229"/>
                </a:solidFill>
              </a:defRPr>
            </a:pPr>
            <a:r>
              <a:rPr sz="1650" b="1">
                <a:solidFill>
                  <a:srgbClr val="243229"/>
                </a:solidFill>
              </a:rPr>
              <a:t>4  State the stop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00368-B117-415D-BB18-72CD73F3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24D5B"/>
                </a:solidFill>
              </a:defRPr>
            </a:pPr>
            <a:r>
              <a:rPr sz="1875" b="1">
                <a:solidFill>
                  <a:srgbClr val="924D5B"/>
                </a:solidFill>
              </a:rPr>
              <a:t>Identify three factors, one missing verification and one practical redesign.</a:t>
            </a:r>
          </a:p>
        </p:txBody>
      </p:sp>
    </p:spTree>
    <p:extLst>
      <p:ext uri="{BB962C8B-B14F-4D97-AF65-F5344CB8AC3E}">
        <p14:creationId xmlns:p14="http://schemas.microsoft.com/office/powerpoint/2010/main" val="2142980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5F8B2-5AA4-4957-87F5-65B7117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C87CF-0626-4D0B-9A10-287A683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A5E98-8D6D-4A25-AD0A-B831E740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D9FE5-A175-44F2-B999-E167D164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Make the reasoning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8EBD3-7313-47E0-BAC9-A29AB5FE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EBA11-D1CD-4106-80BE-1D85A08D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verified?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C5783-46D9-4BB9-85C4-74A2C6B0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Name the person, need and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92836-690D-4659-A41A-14696C7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24D5B"/>
                </a:solidFill>
              </a:defRPr>
            </a:pPr>
            <a:r>
              <a:rPr sz="2250" b="1">
                <a:solidFill>
                  <a:srgbClr val="924D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3C334-911C-45D9-B763-32F3CD5F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assumed?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36423-5CED-4D76-8446-96C12DE0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Do not disguise a guess as a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2F5C-7D68-4642-A1DB-AD75797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A945"/>
                </a:solidFill>
              </a:defRPr>
            </a:pPr>
            <a:r>
              <a:rPr sz="225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18CAE-2472-4090-B0D5-C383226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Which evidence matters?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E6082-F79C-40EF-9743-87277BE3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Use authority, currency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44224-7868-4556-87AB-B30980E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EBDC7-6822-465E-A774-DEDA628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must happen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AF9FC-5FF7-4489-9336-96C3031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Recommend, refer, improve—or stop.</a:t>
            </a:r>
          </a:p>
        </p:txBody>
      </p:sp>
    </p:spTree>
    <p:extLst>
      <p:ext uri="{BB962C8B-B14F-4D97-AF65-F5344CB8AC3E}">
        <p14:creationId xmlns:p14="http://schemas.microsoft.com/office/powerpoint/2010/main" val="435160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3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F37E-AA3F-4C06-8506-BF27D0EC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Before you leave this module…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B0FE9-FFA8-44EB-933A-307D99C4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E8F0E9"/>
                </a:solidFill>
              </a:defRPr>
            </a:pPr>
            <a:r>
              <a:rPr sz="2400" b="0">
                <a:solidFill>
                  <a:srgbClr val="E8F0E9"/>
                </a:solidFill>
              </a:rPr>
              <a:t>Write one design decision you can now justify, the evidence behind it, and one boundary you will not cross.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C8983-07A2-4FAC-BD03-D1F7A792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5C73A-7B03-4EF8-99FE-3B2F8274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Evidence + context + a clear next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45A03-F900-4EF2-B325-0BF35E0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E9"/>
                </a:solidFill>
              </a:defRPr>
            </a:pPr>
            <a:r>
              <a:rPr sz="1200" b="0">
                <a:solidFill>
                  <a:srgbClr val="E8F0E9"/>
                </a:solidFill>
              </a:rPr>
              <a:t>Sources: NESA Food Technology 7–10 (2019); Eat for Health; teacher workbook and unit program.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55F58-090F-4B4F-8AC4-3C294E05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945"/>
                </a:solidFill>
              </a:defRPr>
            </a:pPr>
            <a:r>
              <a:rPr sz="1200" b="1">
                <a:solidFill>
                  <a:srgbClr val="D4A945"/>
                </a:solidFill>
              </a:rPr>
              <a:t>Educational information only · Individual plans and school procedures take priority.</a:t>
            </a:r>
          </a:p>
        </p:txBody>
      </p:sp>
    </p:spTree>
    <p:extLst>
      <p:ext uri="{BB962C8B-B14F-4D97-AF65-F5344CB8AC3E}">
        <p14:creationId xmlns:p14="http://schemas.microsoft.com/office/powerpoint/2010/main" val="783265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2026-08-19T00:40:13.5670000Z</dcterms:created>
  <dcterms:modified xsi:type="dcterms:W3CDTF">2026-08-19T00:40:13.5670000Z</dcterms:modified>
</coreProperties>
</file>