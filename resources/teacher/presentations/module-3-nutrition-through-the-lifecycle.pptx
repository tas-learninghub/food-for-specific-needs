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879d1e4d34932" /><Relationship Type="http://schemas.openxmlformats.org/officeDocument/2006/relationships/extended-properties" Target="/docProps/app.xml" Id="R26136fda744e4921" /><Relationship Type="http://schemas.openxmlformats.org/officeDocument/2006/relationships/officeDocument" Target="/ppt/presentation.xml" Id="R9d54052e578c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f63bf1acd406e"/>
  </p:sldMasterIdLst>
  <p:notesMasterIdLst>
    <p:notesMasterId xmlns:r="http://schemas.openxmlformats.org/officeDocument/2006/relationships" r:id="R9e4450f866a14145"/>
  </p:notesMasterIdLst>
  <p:sldIdLst>
    <p:sldId xmlns:r="http://schemas.openxmlformats.org/officeDocument/2006/relationships" id="256" r:id="R6a551c611f8a4b01"/>
    <p:sldId xmlns:r="http://schemas.openxmlformats.org/officeDocument/2006/relationships" id="257" r:id="R5bc2686a27274fae"/>
    <p:sldId xmlns:r="http://schemas.openxmlformats.org/officeDocument/2006/relationships" id="258" r:id="R98ae91ab360f4de4"/>
    <p:sldId xmlns:r="http://schemas.openxmlformats.org/officeDocument/2006/relationships" id="259" r:id="Re8c2b039510744ab"/>
    <p:sldId xmlns:r="http://schemas.openxmlformats.org/officeDocument/2006/relationships" id="260" r:id="R39f41075a3a54361"/>
    <p:sldId xmlns:r="http://schemas.openxmlformats.org/officeDocument/2006/relationships" id="261" r:id="R073bec97b6a245e3"/>
    <p:sldId xmlns:r="http://schemas.openxmlformats.org/officeDocument/2006/relationships" id="262" r:id="R846bd7f2b78d415d"/>
    <p:sldId xmlns:r="http://schemas.openxmlformats.org/officeDocument/2006/relationships" id="263" r:id="R9fe7f9079790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fab6154a248bf" /><Relationship Type="http://schemas.openxmlformats.org/officeDocument/2006/relationships/slideMaster" Target="/ppt/slideMasters/slideMaster1.xml" Id="Rfc7f63bf1acd406e" /><Relationship Type="http://schemas.openxmlformats.org/officeDocument/2006/relationships/notesMaster" Target="/ppt/notesMasters/notesMaster1.xml" Id="R9e4450f866a14145" /><Relationship Type="http://schemas.openxmlformats.org/officeDocument/2006/relationships/presProps" Target="/ppt/presProps.xml" Id="R1b317d5903f1464b" /><Relationship Type="http://schemas.openxmlformats.org/officeDocument/2006/relationships/tableStyles" Target="/ppt/tableStyles.xml" Id="R37f5db3c8fb04f68" /><Relationship Type="http://schemas.openxmlformats.org/officeDocument/2006/relationships/slide" Target="/ppt/slides/slide1.xml" Id="R6a551c611f8a4b01" /><Relationship Type="http://schemas.openxmlformats.org/officeDocument/2006/relationships/slide" Target="/ppt/slides/slide2.xml" Id="R5bc2686a27274fae" /><Relationship Type="http://schemas.openxmlformats.org/officeDocument/2006/relationships/slide" Target="/ppt/slides/slide3.xml" Id="R98ae91ab360f4de4" /><Relationship Type="http://schemas.openxmlformats.org/officeDocument/2006/relationships/slide" Target="/ppt/slides/slide4.xml" Id="Re8c2b039510744ab" /><Relationship Type="http://schemas.openxmlformats.org/officeDocument/2006/relationships/slide" Target="/ppt/slides/slide5.xml" Id="R39f41075a3a54361" /><Relationship Type="http://schemas.openxmlformats.org/officeDocument/2006/relationships/slide" Target="/ppt/slides/slide6.xml" Id="R073bec97b6a245e3" /><Relationship Type="http://schemas.openxmlformats.org/officeDocument/2006/relationships/slide" Target="/ppt/slides/slide7.xml" Id="R846bd7f2b78d415d" /><Relationship Type="http://schemas.openxmlformats.org/officeDocument/2006/relationships/slide" Target="/ppt/slides/slide8.xml" Id="R9fe7f9079790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234f46d74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5e2b08b3b4a56" /><Relationship Type="http://schemas.openxmlformats.org/officeDocument/2006/relationships/notesMaster" Target="/ppt/notesMasters/notesMaster1.xml" Id="R8053698adfb6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ede8442f14665" /><Relationship Type="http://schemas.openxmlformats.org/officeDocument/2006/relationships/notesMaster" Target="/ppt/notesMasters/notesMaster1.xml" Id="R40368f2a4f564a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34a00a6724ecc" /><Relationship Type="http://schemas.openxmlformats.org/officeDocument/2006/relationships/notesMaster" Target="/ppt/notesMasters/notesMaster1.xml" Id="Ra28a55d721f3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866fd44a2a4c68" /><Relationship Type="http://schemas.openxmlformats.org/officeDocument/2006/relationships/notesMaster" Target="/ppt/notesMasters/notesMaster1.xml" Id="R3aa7a19259ca4d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93ed5511d4c39" /><Relationship Type="http://schemas.openxmlformats.org/officeDocument/2006/relationships/notesMaster" Target="/ppt/notesMasters/notesMaster1.xml" Id="R3c6efeb6255d4d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119c06f80a4537" /><Relationship Type="http://schemas.openxmlformats.org/officeDocument/2006/relationships/notesMaster" Target="/ppt/notesMasters/notesMaster1.xml" Id="R7e1fa4f9c045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841fd3aa114fae" /><Relationship Type="http://schemas.openxmlformats.org/officeDocument/2006/relationships/notesMaster" Target="/ppt/notesMasters/notesMaster1.xml" Id="R7878100a3283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509c507a647c8" /><Relationship Type="http://schemas.openxmlformats.org/officeDocument/2006/relationships/notesMaster" Target="/ppt/notesMasters/notesMaster1.xml" Id="Rd4c7ee5fd7e6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4376a44a6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4006bf9444e09" /><Relationship Type="http://schemas.openxmlformats.org/officeDocument/2006/relationships/slideLayout" Target="/ppt/slideLayouts/slideLayout1.xml" Id="R4d47de82ecb3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7de82ecb3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c0d7b8ed24633" /><Relationship Type="http://schemas.openxmlformats.org/officeDocument/2006/relationships/notesSlide" Target="/ppt/notesSlides/notesSlide1.xml" Id="R61e825f8b478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ac4793e8149da" /><Relationship Type="http://schemas.openxmlformats.org/officeDocument/2006/relationships/notesSlide" Target="/ppt/notesSlides/notesSlide2.xml" Id="R7e6cbeab40cd4a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c7794301b40d2" /><Relationship Type="http://schemas.openxmlformats.org/officeDocument/2006/relationships/notesSlide" Target="/ppt/notesSlides/notesSlide3.xml" Id="R456fa852963141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b71fba5742dc" /><Relationship Type="http://schemas.openxmlformats.org/officeDocument/2006/relationships/notesSlide" Target="/ppt/notesSlides/notesSlide4.xml" Id="Ra60edd113efe40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f53cd65c4dd7" /><Relationship Type="http://schemas.openxmlformats.org/officeDocument/2006/relationships/notesSlide" Target="/ppt/notesSlides/notesSlide5.xml" Id="Rce50fe4060e347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8aa9dd2bd497a" /><Relationship Type="http://schemas.openxmlformats.org/officeDocument/2006/relationships/notesSlide" Target="/ppt/notesSlides/notesSlide6.xml" Id="R9b533d24455f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775e6b17d4dcb" /><Relationship Type="http://schemas.openxmlformats.org/officeDocument/2006/relationships/notesSlide" Target="/ppt/notesSlides/notesSlide7.xml" Id="Rd77961081aed47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1f4d0e4284924" /><Relationship Type="http://schemas.openxmlformats.org/officeDocument/2006/relationships/notesSlide" Target="/ppt/notesSlides/notesSlide8.xml" Id="R49f3110c37aa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107CD-32D2-48D5-91FF-C1967AF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E37AA-8F30-4B16-9FF6-B6BC54C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B6A07-64F3-468D-A93C-A454E7EC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945"/>
                </a:solidFill>
              </a:defRPr>
            </a:pPr>
            <a:r>
              <a:rPr sz="1350" b="1">
                <a:solidFill>
                  <a:srgbClr val="D4A945"/>
                </a:solidFill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FB78-5D25-417E-8D8A-C85C3E9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Nutrition through the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EF4C5-7528-4E54-819A-607B3AC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Why do food needs and priorities change as people grow and age?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28BBA-8541-4A50-A02B-E1BEB66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9"/>
                </a:solidFill>
              </a:defRPr>
            </a:pPr>
            <a:r>
              <a:rPr sz="1350" b="1">
                <a:solidFill>
                  <a:srgbClr val="E8F0E9"/>
                </a:solidFill>
              </a:rPr>
              <a:t>Food Technology · Year 9 Term 2</a:t>
            </a:r>
          </a:p>
        </p:txBody>
      </p:sp>
    </p:spTree>
    <p:extLst>
      <p:ext uri="{BB962C8B-B14F-4D97-AF65-F5344CB8AC3E}">
        <p14:creationId xmlns:p14="http://schemas.microsoft.com/office/powerpoint/2010/main" val="1061715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586BD-9F7A-47D5-815C-B1E1063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03233-372C-4C74-B5E0-A97A867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5E869-AB52-4C6B-8F3C-3FCD692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7029-184B-40AC-A2B9-A6C32ED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The question that drives this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383E2-E65A-485E-AC7E-D9E8E35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5B8F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BF5CA-648E-4E07-B6F1-92C8C26C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B4F"/>
                </a:solidFill>
              </a:defRPr>
            </a:pPr>
            <a:r>
              <a:rPr sz="2700" b="1">
                <a:solidFill>
                  <a:srgbClr val="2F6B4F"/>
                </a:solidFill>
              </a:rPr>
              <a:t>Why do food needs and priorities change as people grow and age?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3C980-EADF-4163-AE7F-68ED3451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4D5B"/>
                </a:solidFill>
              </a:defRPr>
            </a:pPr>
            <a:r>
              <a:rPr sz="2100" b="1">
                <a:solidFill>
                  <a:srgbClr val="924D5B"/>
                </a:solidFill>
              </a:rPr>
              <a:t>By the end, you should be able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F9B43-CB2D-4D64-974D-582E539F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9DDDB-B05E-4E01-A5BA-EB26A882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explain the evidence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43EDE-AA99-416B-98B5-FB29CB30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44BCC-E735-4026-92DB-5AFD3625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apply the idea to a food-design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6ED5D-A8F2-481C-80D0-6DBDF67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234CC-879B-4AAF-81F9-D40B6B0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justify what must happen next</a:t>
            </a:r>
          </a:p>
        </p:txBody>
      </p:sp>
    </p:spTree>
    <p:extLst>
      <p:ext uri="{BB962C8B-B14F-4D97-AF65-F5344CB8AC3E}">
        <p14:creationId xmlns:p14="http://schemas.microsoft.com/office/powerpoint/2010/main" val="777549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E1B98-7B92-4991-882B-133865F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FAFA2-626C-4E38-85C2-0E0B86E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3.1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C911-12ED-4821-84BA-ACCDB51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42323-DE24-4535-8436-E8395D2E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Needs change across the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6B3AA-3444-4968-B489-F6156044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Growth, body size, activity, pregnancy, health and ageing affect priorities.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98253-C075-40C4-B794-C25CF57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522D7-4C25-41F2-A78D-F0B4F47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42869-2A78-48FC-B2EF-142D87E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C5F16-5386-404D-B648-D959634A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145E8-F2BE-4367-B133-949FAF8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9155-1765-4AC4-941F-12A0A55F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0847B-5B1A-43B2-A8D9-31753EE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D795B-6D7E-4412-8CEC-2E02A99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AD04F-89C7-4A4E-812E-C93045AF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83B61-3A4B-4936-9AFD-2851913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F2C6E-6929-4F3C-AB7D-2FFD8B79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Population guidance is a frame, not a personal prescription.</a:t>
            </a:r>
          </a:p>
        </p:txBody>
      </p:sp>
    </p:spTree>
    <p:extLst>
      <p:ext uri="{BB962C8B-B14F-4D97-AF65-F5344CB8AC3E}">
        <p14:creationId xmlns:p14="http://schemas.microsoft.com/office/powerpoint/2010/main" val="2102088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21F10-4EC6-4291-A65D-2380E049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17139-FE3C-4A0D-9269-194BBAE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3.2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B5FF1-EA93-41AF-AC3B-0453F0AD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4EB3-0D0B-4A3A-9191-D9347CFF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Adolescents need realistic variety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0BADD-B7D9-4774-ADBA-B737BBB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Regular meals and a varied pattern can support growth, learning and activity.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ECD9-BB55-48F6-8F9F-2E30BBF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9EC"/>
          </a:solidFill>
          <a:ln xmlns:a="http://schemas.openxmlformats.org/drawingml/2006/main" w="19050">
            <a:solidFill>
              <a:srgbClr val="924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54855-636F-46F9-897F-B5F2402F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F79D7-CB05-496E-A435-6A6307C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97B21-D65C-4911-A3B1-C8456302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5DF1E-FB7F-432A-85D8-DEB0914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52331-0454-4666-891B-79C9C0D9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55C95-9266-421E-AEF7-CA32787E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7DF8-331C-4635-B0B2-53E8B8E8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5EB4F-01E5-4B3C-9E64-0774DF1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89E90-3093-471C-B0EA-773E567B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FEE6D-16FE-409E-8B2F-7656203B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Do not compare bodies or casually recommend restrictive diets or supplements.</a:t>
            </a:r>
          </a:p>
        </p:txBody>
      </p:sp>
    </p:spTree>
    <p:extLst>
      <p:ext uri="{BB962C8B-B14F-4D97-AF65-F5344CB8AC3E}">
        <p14:creationId xmlns:p14="http://schemas.microsoft.com/office/powerpoint/2010/main" val="201639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C0E3E-549F-435B-B28D-8A5158E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7E504-BAB8-4EA9-B982-5AB55D93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3.3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440F-5513-4AE1-A968-9F32746C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29CA1-6310-4E51-B0AC-62277B0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Lifecycle meals need testable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CBB23-4693-470F-B140-09EFA19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Consider occasion, texture, transport, cost, time and broad nutrition priorities.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BD794-0AAE-4B55-98BC-C327A5A1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D4A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AD500-EA7C-414E-A52F-89A6129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335BD-2A89-4F15-9815-10C27587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2C3B4-3D51-4A40-8305-953078DF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35AE-600A-4406-84B7-7865533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3F933-6D64-46F0-A62C-C25F510A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36209-A501-4B88-A4D3-BBD475C2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36ADE-A471-427F-9CEC-C33D76F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D9ADF-6D3A-443C-9CC9-1A4BCE27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51FF9-46A6-44E5-AE6B-62093EA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7D4CF-65F2-4500-BC42-3F019CF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 each criterion with evidence, then improve.</a:t>
            </a:r>
          </a:p>
        </p:txBody>
      </p:sp>
    </p:spTree>
    <p:extLst>
      <p:ext uri="{BB962C8B-B14F-4D97-AF65-F5344CB8AC3E}">
        <p14:creationId xmlns:p14="http://schemas.microsoft.com/office/powerpoint/2010/main" val="232389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7A91A-3EE8-48B4-B932-B7867468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A7FDC-8A91-4D64-BB71-9FFE18C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Worked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D052C-1E6D-4566-B5F7-4CA8816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B1044-EAC2-47DC-B408-1D98CDA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A decision worth slowing 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07F94-7AC6-455C-B66E-6879CA3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2C0A3-6DD1-43CE-807E-55A27393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229"/>
                </a:solidFill>
              </a:defRPr>
            </a:pPr>
            <a:r>
              <a:rPr sz="2250" b="0">
                <a:solidFill>
                  <a:srgbClr val="243229"/>
                </a:solidFill>
              </a:rPr>
              <a:t>A school-day plan is nutritionally ambitious but needs two hours of preparation, expensive ingredients and refrigeration the student cannot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5FB6-A05C-436E-B6A2-0EE4B34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07A73-1788-40DD-B73C-43C91D9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USE THIS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8D5AF-68CF-441F-ACCE-CB5D5BC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1  Verify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B79A6-2F28-4151-988A-3605F49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2  Trace the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D6584-AFBD-4F4D-A824-AAA2462C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3  Test the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8B8EE-7DD0-4D3A-AB56-8CD8C191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229"/>
                </a:solidFill>
              </a:defRPr>
            </a:pPr>
            <a:r>
              <a:rPr sz="1650" b="1">
                <a:solidFill>
                  <a:srgbClr val="243229"/>
                </a:solidFill>
              </a:rPr>
              <a:t>4  State the stop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4782-9BB4-4F14-89C8-C3B9BBB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D5B"/>
                </a:solidFill>
              </a:defRPr>
            </a:pPr>
            <a:r>
              <a:rPr sz="1875" b="1">
                <a:solidFill>
                  <a:srgbClr val="924D5B"/>
                </a:solidFill>
              </a:rPr>
              <a:t>Turn the brief into four measurable criteria and propose one realistic change.</a:t>
            </a:r>
          </a:p>
        </p:txBody>
      </p:sp>
    </p:spTree>
    <p:extLst>
      <p:ext uri="{BB962C8B-B14F-4D97-AF65-F5344CB8AC3E}">
        <p14:creationId xmlns:p14="http://schemas.microsoft.com/office/powerpoint/2010/main" val="1065269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DA09F-D842-42F9-ABA4-25A35FC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21DAE-AAEC-4075-9C0D-7FA2CF30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DD196-048C-4229-BC2E-C382B66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10EE5-7824-416E-B96A-58BFBA2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Make the reasoning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AD645-05C6-4582-A951-39258A4B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8B240-97B0-4C43-9E72-BFCB6994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418AF-FDB0-4361-B0BB-BA69C6D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Name the person, need and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82577-2124-4841-964A-88DDE28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24D5B"/>
                </a:solidFill>
              </a:defRPr>
            </a:pPr>
            <a:r>
              <a:rPr sz="2250" b="1">
                <a:solidFill>
                  <a:srgbClr val="924D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67CF5-9BE6-411C-B4B5-AA73161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assumed?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4E6A0-4B0F-4D4D-AE00-76A08E8B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Do not disguise a guess as a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1065F-1523-4B66-9070-9EC005D0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A945"/>
                </a:solidFill>
              </a:defRPr>
            </a:pPr>
            <a:r>
              <a:rPr sz="225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708B2-F126-4A8B-B5AD-A9A2379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Which evidence matters?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E8172-CEF1-4E2E-BBD0-C9ED580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Use authority, currency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B9A72-6A10-46AD-B0E4-04F81DE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35604-BCB7-4403-902C-876C62A7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must happen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99835-D943-48CE-91C5-BB8E2C5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Recommend, refer, improve—or stop.</a:t>
            </a:r>
          </a:p>
        </p:txBody>
      </p:sp>
    </p:spTree>
    <p:extLst>
      <p:ext uri="{BB962C8B-B14F-4D97-AF65-F5344CB8AC3E}">
        <p14:creationId xmlns:p14="http://schemas.microsoft.com/office/powerpoint/2010/main" val="1558457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54BD6-861C-4927-9A1B-1D34C61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leave this module…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8574F-28D3-4F3A-9EB2-B4E031C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E8F0E9"/>
                </a:solidFill>
              </a:defRPr>
            </a:pPr>
            <a:r>
              <a:rPr sz="2400" b="0">
                <a:solidFill>
                  <a:srgbClr val="E8F0E9"/>
                </a:solidFill>
              </a:rPr>
              <a:t>Write one design decision you can now justify, the evidence behind it, and one boundary you will not cross.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E1134-9DEA-4DDB-84F7-488BE6F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B0B4C-5448-4477-BA49-7182D1E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Evidence + context + a clear next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95465-20E0-4FAF-90A5-0365951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E9"/>
                </a:solidFill>
              </a:defRPr>
            </a:pPr>
            <a:r>
              <a:rPr sz="1200" b="0">
                <a:solidFill>
                  <a:srgbClr val="E8F0E9"/>
                </a:solidFill>
              </a:rPr>
              <a:t>Sources: Eat for Health; Nutrient Reference Values; NESA Food Technology 7–10 (2019).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D6330-7561-4422-B41B-62776853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945"/>
                </a:solidFill>
              </a:defRPr>
            </a:pPr>
            <a:r>
              <a:rPr sz="1200" b="1">
                <a:solidFill>
                  <a:srgbClr val="D4A945"/>
                </a:solidFill>
              </a:rPr>
              <a:t>Educational information only · Individual plans and school procedures take priority.</a:t>
            </a:r>
          </a:p>
        </p:txBody>
      </p:sp>
    </p:spTree>
    <p:extLst>
      <p:ext uri="{BB962C8B-B14F-4D97-AF65-F5344CB8AC3E}">
        <p14:creationId xmlns:p14="http://schemas.microsoft.com/office/powerpoint/2010/main" val="262423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2026-08-19T00:40:15.2170000Z</dcterms:created>
  <dcterms:modified xsi:type="dcterms:W3CDTF">2026-08-19T00:40:15.2170000Z</dcterms:modified>
</coreProperties>
</file>