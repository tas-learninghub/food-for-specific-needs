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b0d7d297404dca" /><Relationship Type="http://schemas.openxmlformats.org/officeDocument/2006/relationships/extended-properties" Target="/docProps/app.xml" Id="R3cc56aba4396430c" /><Relationship Type="http://schemas.openxmlformats.org/officeDocument/2006/relationships/officeDocument" Target="/ppt/presentation.xml" Id="R54b6fe90cb1a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36b26f56e442e3"/>
  </p:sldMasterIdLst>
  <p:notesMasterIdLst>
    <p:notesMasterId xmlns:r="http://schemas.openxmlformats.org/officeDocument/2006/relationships" r:id="R955f1f20763149a4"/>
  </p:notesMasterIdLst>
  <p:sldIdLst>
    <p:sldId xmlns:r="http://schemas.openxmlformats.org/officeDocument/2006/relationships" id="256" r:id="R922ad250300e4717"/>
    <p:sldId xmlns:r="http://schemas.openxmlformats.org/officeDocument/2006/relationships" id="257" r:id="R0d24cf813e1e427f"/>
    <p:sldId xmlns:r="http://schemas.openxmlformats.org/officeDocument/2006/relationships" id="258" r:id="R6a5decd02c85400d"/>
    <p:sldId xmlns:r="http://schemas.openxmlformats.org/officeDocument/2006/relationships" id="259" r:id="Rccb3062514704511"/>
    <p:sldId xmlns:r="http://schemas.openxmlformats.org/officeDocument/2006/relationships" id="260" r:id="Rb1079dbeb17541e9"/>
    <p:sldId xmlns:r="http://schemas.openxmlformats.org/officeDocument/2006/relationships" id="261" r:id="R49be3312c3bb4092"/>
    <p:sldId xmlns:r="http://schemas.openxmlformats.org/officeDocument/2006/relationships" id="262" r:id="R0c4f4153f49c4791"/>
    <p:sldId xmlns:r="http://schemas.openxmlformats.org/officeDocument/2006/relationships" id="263" r:id="R3f0d80abb4d84f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c766f621634020" /><Relationship Type="http://schemas.openxmlformats.org/officeDocument/2006/relationships/slideMaster" Target="/ppt/slideMasters/slideMaster1.xml" Id="R1136b26f56e442e3" /><Relationship Type="http://schemas.openxmlformats.org/officeDocument/2006/relationships/notesMaster" Target="/ppt/notesMasters/notesMaster1.xml" Id="R955f1f20763149a4" /><Relationship Type="http://schemas.openxmlformats.org/officeDocument/2006/relationships/presProps" Target="/ppt/presProps.xml" Id="R953e96c696f943b6" /><Relationship Type="http://schemas.openxmlformats.org/officeDocument/2006/relationships/tableStyles" Target="/ppt/tableStyles.xml" Id="R41e38075370d4659" /><Relationship Type="http://schemas.openxmlformats.org/officeDocument/2006/relationships/slide" Target="/ppt/slides/slide1.xml" Id="R922ad250300e4717" /><Relationship Type="http://schemas.openxmlformats.org/officeDocument/2006/relationships/slide" Target="/ppt/slides/slide2.xml" Id="R0d24cf813e1e427f" /><Relationship Type="http://schemas.openxmlformats.org/officeDocument/2006/relationships/slide" Target="/ppt/slides/slide3.xml" Id="R6a5decd02c85400d" /><Relationship Type="http://schemas.openxmlformats.org/officeDocument/2006/relationships/slide" Target="/ppt/slides/slide4.xml" Id="Rccb3062514704511" /><Relationship Type="http://schemas.openxmlformats.org/officeDocument/2006/relationships/slide" Target="/ppt/slides/slide5.xml" Id="Rb1079dbeb17541e9" /><Relationship Type="http://schemas.openxmlformats.org/officeDocument/2006/relationships/slide" Target="/ppt/slides/slide6.xml" Id="R49be3312c3bb4092" /><Relationship Type="http://schemas.openxmlformats.org/officeDocument/2006/relationships/slide" Target="/ppt/slides/slide7.xml" Id="R0c4f4153f49c4791" /><Relationship Type="http://schemas.openxmlformats.org/officeDocument/2006/relationships/slide" Target="/ppt/slides/slide8.xml" Id="R3f0d80abb4d84f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d17bf25b9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9bd1a994d4e52" /><Relationship Type="http://schemas.openxmlformats.org/officeDocument/2006/relationships/notesMaster" Target="/ppt/notesMasters/notesMaster1.xml" Id="Rf0a0f2cc7537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7c2a05390e4f06" /><Relationship Type="http://schemas.openxmlformats.org/officeDocument/2006/relationships/notesMaster" Target="/ppt/notesMasters/notesMaster1.xml" Id="R7505cf040b4c4f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668f92b2a4ed9" /><Relationship Type="http://schemas.openxmlformats.org/officeDocument/2006/relationships/notesMaster" Target="/ppt/notesMasters/notesMaster1.xml" Id="Rf8ce6ef392d0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b52ee642954c08" /><Relationship Type="http://schemas.openxmlformats.org/officeDocument/2006/relationships/notesMaster" Target="/ppt/notesMasters/notesMaster1.xml" Id="R498d9a6540fb4d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1678f41ce4271" /><Relationship Type="http://schemas.openxmlformats.org/officeDocument/2006/relationships/notesMaster" Target="/ppt/notesMasters/notesMaster1.xml" Id="R9ea3284ae6a74f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8199c2cb9f4dac" /><Relationship Type="http://schemas.openxmlformats.org/officeDocument/2006/relationships/notesMaster" Target="/ppt/notesMasters/notesMaster1.xml" Id="R55981dba175f4b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be0f20ac304647" /><Relationship Type="http://schemas.openxmlformats.org/officeDocument/2006/relationships/notesMaster" Target="/ppt/notesMasters/notesMaster1.xml" Id="Rcf978f754d2f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f5c26392a40ed" /><Relationship Type="http://schemas.openxmlformats.org/officeDocument/2006/relationships/notesMaster" Target="/ppt/notesMasters/notesMaster1.xml" Id="Rd66ef1a09cbe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5e7fdb248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e280a90bb4b01" /><Relationship Type="http://schemas.openxmlformats.org/officeDocument/2006/relationships/slideLayout" Target="/ppt/slideLayouts/slideLayout1.xml" Id="R73d30ce2a50846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30ce2a50846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398e256d34544" /><Relationship Type="http://schemas.openxmlformats.org/officeDocument/2006/relationships/notesSlide" Target="/ppt/notesSlides/notesSlide1.xml" Id="Rc310daf00d53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fe8a926a545b6" /><Relationship Type="http://schemas.openxmlformats.org/officeDocument/2006/relationships/notesSlide" Target="/ppt/notesSlides/notesSlide2.xml" Id="R90789c1e5f70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b5ced7884371" /><Relationship Type="http://schemas.openxmlformats.org/officeDocument/2006/relationships/notesSlide" Target="/ppt/notesSlides/notesSlide3.xml" Id="Rf4659ae70d1b43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b0fa65c246b3" /><Relationship Type="http://schemas.openxmlformats.org/officeDocument/2006/relationships/notesSlide" Target="/ppt/notesSlides/notesSlide4.xml" Id="R34263ab05d35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dc24537df4b61" /><Relationship Type="http://schemas.openxmlformats.org/officeDocument/2006/relationships/notesSlide" Target="/ppt/notesSlides/notesSlide5.xml" Id="R716492dd747b4b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628adaa3d48dd" /><Relationship Type="http://schemas.openxmlformats.org/officeDocument/2006/relationships/notesSlide" Target="/ppt/notesSlides/notesSlide6.xml" Id="R3a0d185f88f8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85d29c12b4c22" /><Relationship Type="http://schemas.openxmlformats.org/officeDocument/2006/relationships/notesSlide" Target="/ppt/notesSlides/notesSlide7.xml" Id="Ra353119d080244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72161a8eb42d5" /><Relationship Type="http://schemas.openxmlformats.org/officeDocument/2006/relationships/notesSlide" Target="/ppt/notesSlides/notesSlide8.xml" Id="Rd35750c3dbd14d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8F7DE-4588-4134-A5D7-1E366DE9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D47CC-A967-4D2B-9CEC-B40146E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F03D3-E4CA-43A3-ABF2-DCCDC179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945"/>
                </a:solidFill>
              </a:defRPr>
            </a:pPr>
            <a:r>
              <a:rPr sz="1350" b="1">
                <a:solidFill>
                  <a:srgbClr val="D4A945"/>
                </a:solidFill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DA164-E207-4D4D-815B-E95C1560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Culture, belief and food practices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F2228-BD48-456B-8686-EA5DD18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How can we investigate food practices without reducing people to stereotypes?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C9C5D-6435-4569-9582-1B192D2F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9"/>
                </a:solidFill>
              </a:defRPr>
            </a:pPr>
            <a:r>
              <a:rPr sz="1350" b="1">
                <a:solidFill>
                  <a:srgbClr val="E8F0E9"/>
                </a:solidFill>
              </a:rPr>
              <a:t>Food Technology · Year 9 Term 2</a:t>
            </a:r>
          </a:p>
        </p:txBody>
      </p:sp>
    </p:spTree>
    <p:extLst>
      <p:ext uri="{BB962C8B-B14F-4D97-AF65-F5344CB8AC3E}">
        <p14:creationId xmlns:p14="http://schemas.microsoft.com/office/powerpoint/2010/main" val="125950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3760C-FE33-4131-8FC7-D4EF24DD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5F15D-2869-42EC-AE25-8E1411E7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9BC19-70C1-433A-8117-7FAFD7AA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748B6-15E1-4FB4-9B32-8503F7D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The question that drives this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BE32A-48E0-44E6-ADDF-B99FF6E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5B8F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8C966-9DD9-40D0-8384-401E100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B4F"/>
                </a:solidFill>
              </a:defRPr>
            </a:pPr>
            <a:r>
              <a:rPr sz="2700" b="1">
                <a:solidFill>
                  <a:srgbClr val="2F6B4F"/>
                </a:solidFill>
              </a:rPr>
              <a:t>How can we investigate food practices without reducing people to stereotypes?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248AF-C9B3-406F-A1E5-49EB6AF8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4D5B"/>
                </a:solidFill>
              </a:defRPr>
            </a:pPr>
            <a:r>
              <a:rPr sz="2100" b="1">
                <a:solidFill>
                  <a:srgbClr val="924D5B"/>
                </a:solidFill>
              </a:rPr>
              <a:t>By the end, you should be able to…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D3C5E-0E33-4E24-B057-6DEBB757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D40CA-7283-474A-A8F3-7282FF0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explain the evidence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AEAB-BD24-4B2B-BAE6-8D509A08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DEE71-2CA9-4D04-8844-A5584029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apply the idea to a food-design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A2A70-ED86-4A0E-A3A7-C70E267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336D1-F24C-4453-A4C5-7EC5BC31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justify what must happen next</a:t>
            </a:r>
          </a:p>
        </p:txBody>
      </p:sp>
    </p:spTree>
    <p:extLst>
      <p:ext uri="{BB962C8B-B14F-4D97-AF65-F5344CB8AC3E}">
        <p14:creationId xmlns:p14="http://schemas.microsoft.com/office/powerpoint/2010/main" val="764151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99D85-56E1-43F9-B23D-254B600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3F153-1FCC-464C-9148-F1EB2DDD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2.1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F28D5-DF0D-4428-A235-2AC5B11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8EEA8-886D-47BE-9151-CCAE30A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Food taboos depend on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DFD6E-4CD3-41D3-AD10-6BD10B3C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Food meaning develops through community, history, identity, environment and belief.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11FF-3D41-48CB-8329-A15B5CFD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F1ECF-8ED0-4665-A30E-0C9D6CA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96983-6C5B-4B70-940B-5CE12B86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E0455-A532-4F29-A283-E6502F6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E286D-343A-45EC-8946-2D0AC4D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F38BA-8F32-4DA6-926B-856DA04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BC07C-9AE9-45D4-B487-435901B4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AAF89-42E5-4A37-B90C-F4CF46A2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25707-8E7B-44E8-B6C1-629704A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C37B7-B5AC-4212-972E-5775747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B16D2-2FDE-46F4-A265-C0071023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Unfamiliar does not mean inferior or unsafe.</a:t>
            </a:r>
          </a:p>
        </p:txBody>
      </p:sp>
    </p:spTree>
    <p:extLst>
      <p:ext uri="{BB962C8B-B14F-4D97-AF65-F5344CB8AC3E}">
        <p14:creationId xmlns:p14="http://schemas.microsoft.com/office/powerpoint/2010/main" val="2108701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4C4A9-2D5D-48C8-91CA-6295596A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1B73-1883-4B67-9AAF-5C470275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2.2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E037-09FD-4B56-A4BA-C0FB760A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6E5C6-46B1-4180-A8FF-0B6C23E3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Religious and ethical choices can shape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937E-4EA7-4EF0-8F02-5929F7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Ingredients, timing, certification, preparation and separation may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BB832-53E6-4001-A2C8-235822E2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9EC"/>
          </a:solidFill>
          <a:ln xmlns:a="http://schemas.openxmlformats.org/drawingml/2006/main" w="19050">
            <a:solidFill>
              <a:srgbClr val="924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9A120-574F-4A0C-B7C7-7D58B2C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B5BA-4554-4DCC-B932-E6F1852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D4676-5832-44A2-B9D7-FA1E6189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C9427-A471-4377-B4D3-B014C9BC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E3E42-AB76-430D-9367-00B5F22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484B6-EE60-4DC4-B894-5EF7FD9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968EE-B8C7-41AB-B9E8-AA9418EE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5F5AB-838E-48E0-9412-05531A9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59D9E-0035-4A11-9D09-83CF565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F62FE-2508-44BC-BB25-A5A3FBA0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Ask the person and verify—observance is not identical for everyone.</a:t>
            </a:r>
          </a:p>
        </p:txBody>
      </p:sp>
    </p:spTree>
    <p:extLst>
      <p:ext uri="{BB962C8B-B14F-4D97-AF65-F5344CB8AC3E}">
        <p14:creationId xmlns:p14="http://schemas.microsoft.com/office/powerpoint/2010/main" val="1893413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B4E81-FF5A-4BB1-B175-7CA58AB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FF16E-C44A-4168-BDE4-2DA28D6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2.3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0AE6B-75F2-4CAA-B184-259F692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76FC-4C16-4BEB-9A16-27348430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Respectful claims show their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14943-3DC3-41F4-95E1-D094A81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Check authority, purpose, currency and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0BC16-DF4D-4F09-B938-709B9262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D4A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9C2B4-C144-4D75-B05B-5CB58C74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0D8DB-B82C-49F5-A46E-E421DFC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9F216-4D21-422C-AA20-9BD80FA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C3664-205F-49B9-A36F-C3F409C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AAEE7-1808-4D9C-891E-2B253BB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80C65-4700-45BC-AE81-F4E6C8E6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F8B9C-5CF6-4F20-A680-57F88A7B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58C3F-EC51-40BF-A37F-BB19BB45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8A962-2195-4C7B-A86A-F9BBC1FE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29C05-A2F1-4046-BE02-DBA07C8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Local cultural knowledge requires local authority and permission.</a:t>
            </a:r>
          </a:p>
        </p:txBody>
      </p:sp>
    </p:spTree>
    <p:extLst>
      <p:ext uri="{BB962C8B-B14F-4D97-AF65-F5344CB8AC3E}">
        <p14:creationId xmlns:p14="http://schemas.microsoft.com/office/powerpoint/2010/main" val="1281673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9B8EA-F8D0-4B8D-9770-B1DBF38F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03E9B-FF6C-41E6-BD2A-B0BA0CC0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Worked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A785C-9D09-4320-B65D-189959D4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06AC7-B785-41E8-BADF-D5F5CD90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A decision worth slowing 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B7995-CA35-4B56-BDA0-3387A924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B1307-EF9E-48BC-9179-46F35FE4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229"/>
                </a:solidFill>
              </a:defRPr>
            </a:pPr>
            <a:r>
              <a:rPr sz="2250" b="0">
                <a:solidFill>
                  <a:srgbClr val="243229"/>
                </a:solidFill>
              </a:rPr>
              <a:t>A menu draft says, ‘People from this culture never eat this ingredient,’ based on one social-media post.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3741-4BC9-4370-B0AA-BE629BE1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E2484-EA0D-47D9-AC0B-8B962307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USE THIS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1258D-527E-4109-92D6-B09060A3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1  Verify the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9B4E6-2BD7-4E99-B538-B87073CA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76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2  Trace the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A4F0B-47AC-429E-8E55-E29AFCB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3  Test the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60219-AC44-413D-B697-5541501B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229"/>
                </a:solidFill>
              </a:defRPr>
            </a:pPr>
            <a:r>
              <a:rPr sz="1650" b="1">
                <a:solidFill>
                  <a:srgbClr val="243229"/>
                </a:solidFill>
              </a:rPr>
              <a:t>4  State the stop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4AE4A-85FD-4353-A1D3-20B5B7D2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24D5B"/>
                </a:solidFill>
              </a:defRPr>
            </a:pPr>
            <a:r>
              <a:rPr sz="1875" b="1">
                <a:solidFill>
                  <a:srgbClr val="924D5B"/>
                </a:solidFill>
              </a:rPr>
              <a:t>Rewrite the claim, name better evidence and state what needs permission or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364092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50340-6AAF-49DF-BE87-FFC5A77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4BDD4-EC7C-4EC0-A988-28A14C2D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657B8-57CE-4D39-9E0B-6429D76F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FA93-AACC-4B5F-96F4-D8782027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Make the reasoning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3C5D2-F5CA-4509-B0B0-BB787F9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9E9B0-3C46-43BA-BD9B-707C95F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verified?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BB057-BE8B-474C-A401-F29C9EC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Name the person, need and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64145-2E7D-4D8E-899E-49744AB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24D5B"/>
                </a:solidFill>
              </a:defRPr>
            </a:pPr>
            <a:r>
              <a:rPr sz="2250" b="1">
                <a:solidFill>
                  <a:srgbClr val="924D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FF2DB-50B9-4317-96B3-4FEB91B2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assumed?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37DE3-9C07-4562-A0FA-B6B4E5C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Do not disguise a guess as a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B9E45-84CA-40F9-8AAD-E13B0238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A945"/>
                </a:solidFill>
              </a:defRPr>
            </a:pPr>
            <a:r>
              <a:rPr sz="225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3A725-2B97-4681-9107-E3EB5437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Which evidence matters?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922AD-98F2-43D4-9101-E4E3D02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Use authority, currency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F0523-AF21-412E-8497-4643548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BCBC1-9D5D-4810-B592-DE46D97A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must happen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F6FC6-F6EC-4EB2-9ED6-C7B6B902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Recommend, refer, improve—or stop.</a:t>
            </a:r>
          </a:p>
        </p:txBody>
      </p:sp>
    </p:spTree>
    <p:extLst>
      <p:ext uri="{BB962C8B-B14F-4D97-AF65-F5344CB8AC3E}">
        <p14:creationId xmlns:p14="http://schemas.microsoft.com/office/powerpoint/2010/main" val="1165065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3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438F0-E141-42AC-A4F8-D1AE1088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Before you leave this module…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A8D32-8DEE-4C96-8612-455AE4EA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E8F0E9"/>
                </a:solidFill>
              </a:defRPr>
            </a:pPr>
            <a:r>
              <a:rPr sz="2400" b="0">
                <a:solidFill>
                  <a:srgbClr val="E8F0E9"/>
                </a:solidFill>
              </a:rPr>
              <a:t>Write one design decision you can now justify, the evidence behind it, and one boundary you will not cross.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B8B95-1800-419D-9E35-A884BF41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ECC7D-1646-41CE-8C86-3DE675D2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Evidence + context + a clear next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F1ABC-DC24-4149-9E47-349A3C9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E9"/>
                </a:solidFill>
              </a:defRPr>
            </a:pPr>
            <a:r>
              <a:rPr sz="1200" b="0">
                <a:solidFill>
                  <a:srgbClr val="E8F0E9"/>
                </a:solidFill>
              </a:rPr>
              <a:t>Sources: teacher workbook; NESA Food Technology 7–10 (2019). Local Aboriginal Cultural Knowledge requires local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DE9E8-5708-4D41-9A5B-05CCABA9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945"/>
                </a:solidFill>
              </a:defRPr>
            </a:pPr>
            <a:r>
              <a:rPr sz="1200" b="1">
                <a:solidFill>
                  <a:srgbClr val="D4A945"/>
                </a:solidFill>
              </a:rPr>
              <a:t>Educational information only · Individual plans and school procedures take priority.</a:t>
            </a:r>
          </a:p>
        </p:txBody>
      </p:sp>
    </p:spTree>
    <p:extLst>
      <p:ext uri="{BB962C8B-B14F-4D97-AF65-F5344CB8AC3E}">
        <p14:creationId xmlns:p14="http://schemas.microsoft.com/office/powerpoint/2010/main" val="1569799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2026-08-19T00:40:14.5540000Z</dcterms:created>
  <dcterms:modified xsi:type="dcterms:W3CDTF">2026-08-19T00:40:14.5540000Z</dcterms:modified>
</coreProperties>
</file>